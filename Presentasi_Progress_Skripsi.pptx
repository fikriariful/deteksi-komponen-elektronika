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Sistem Deteksi Komponen Elektronika (ElectroCom61)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Implementasi YOLOv8 pada Raspberry Pi</a:t>
            </a:r>
          </a:p>
          <a:p>
            <a:r>
              <a:t>Progress Report Skripsi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Tahap 1: Pelatihan Model AI (Jupyter Notebook)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Dataset ElectroCom61: 2.121 gambar (61 kelas komponen).</a:t>
            </a:r>
          </a:p>
          <a:p>
            <a:pPr lvl="1"/>
            <a:r>
              <a:t>Model: YOLOv8n (Nano) – Dipilih karena sangat ringan dan optimal untuk edge computing (Raspberry Pi).</a:t>
            </a:r>
          </a:p>
          <a:p>
            <a:pPr lvl="1"/>
            <a:r>
              <a:t>Mekanisme: Dilatih selama 50 epoch menggunakan GPU (NVIDIA CUDA) untuk percepatan.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Hasil Pelatihan &amp; Ekspor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Akurasi Model:</a:t>
            </a:r>
          </a:p>
          <a:p>
            <a:pPr lvl="1"/>
            <a:r>
              <a:t>Mencapai mAP50 sekitar 89% - 91% pada data pengujian.</a:t>
            </a:r>
          </a:p>
          <a:p>
            <a:pPr/>
            <a:r>
              <a:t>Ekspor ke Format ONNX:</a:t>
            </a:r>
          </a:p>
          <a:p>
            <a:pPr lvl="1"/>
            <a:r>
              <a:t>Penting: Model diekspor ke .onnx (Open Neural Network Exchange).</a:t>
            </a:r>
          </a:p>
          <a:p>
            <a:pPr lvl="1"/>
            <a:r>
              <a:t>Alasan: Format ini jauh lebih ringan dijalankan murni dengan CPU ARM dibandingkan PyTorch native.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Tahap 2: Aplikasi Real-Time (Flask)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Alur Kerja Sistem (Flowchart):</a:t>
            </a:r>
          </a:p>
          <a:p>
            <a:pPr lvl="1"/>
            <a:r>
              <a:t>Input: Kamera menangkap stream secara kontinu (Zero-latency).</a:t>
            </a:r>
          </a:p>
          <a:p>
            <a:pPr lvl="1"/>
            <a:r>
              <a:t>Proses: Frame Skipping (proses tiap 3 frame) untuk menghemat beban CPU Raspberry Pi.</a:t>
            </a:r>
          </a:p>
          <a:p>
            <a:pPr lvl="1"/>
            <a:r>
              <a:t>Logika: Hanya memproses objek yang masuk ke Zona Inspeksi (Kotak Kuning).</a:t>
            </a:r>
          </a:p>
          <a:p>
            <a:pPr lvl="1"/>
            <a:r>
              <a:t>Output: Pencatatan ke SQLite dan Stream MJPEG/SSE ke Browser.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Optimasi Eksekusi Raspberry 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Masalah Kapasitas MicroSD 16GB (Error No Space):</a:t>
            </a:r>
          </a:p>
          <a:p>
            <a:pPr lvl="1"/>
            <a:r>
              <a:t>Hindari IDE berat (VSCode); eksekusi 100% via Terminal.</a:t>
            </a:r>
          </a:p>
          <a:p>
            <a:pPr lvl="1"/>
            <a:r>
              <a:t>Menghapus riwayat VENV Windows, Git, dan Jupyter Notebook.</a:t>
            </a:r>
          </a:p>
          <a:p>
            <a:pPr/>
            <a:r>
              <a:t>Trik Khusus PyTorch:</a:t>
            </a:r>
          </a:p>
          <a:p>
            <a:pPr lvl="1"/>
            <a:r>
              <a:t>Pytorch default menarik &gt;3 GB data NVIDIA/CUDA.</a:t>
            </a:r>
          </a:p>
          <a:p>
            <a:pPr lvl="1"/>
            <a:r>
              <a:t>Solusi: Install spesifik index CPU (--index-url https://download.pytorch.org/whl/cpu).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